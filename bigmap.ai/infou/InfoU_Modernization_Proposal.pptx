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</a:defRPr>
            </a:pPr>
            <a:r>
              <a:t>1/8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96D6"/>
                </a:solidFill>
              </a:defRPr>
            </a:pPr>
            <a:r>
              <a:t>InfoU 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AI 에이전트와 함께하는</a:t>
            </a:r>
            <a:br/>
            <a:r>
              <a:t>차세대 지능형 현대화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기존 자산의 보존과 최첨단 기술의 융합 | 발표자: 하태호 (bigmap@bigmap.ai)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</a:defRPr>
            </a:pPr>
            <a:r>
              <a:t>2/8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D6"/>
                </a:solidFill>
              </a:defRPr>
            </a:pPr>
            <a:r>
              <a:t>문제 제기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고전적 스크립트 방식의 생산성 저하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현대적 언어(Python, C# 등)와의 연동성 부족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강화되는 OS 보안 정책에 따른 배포의 어려움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8D"/>
                </a:solidFill>
              </a:defRPr>
            </a:pPr>
            <a:r>
              <a:t>"검증된 신뢰성은 유지하되, 개발 경험(DX)은 진화해야 합니다."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</a:defRPr>
            </a:pPr>
            <a:r>
              <a:t>3/8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D6"/>
                </a:solidFill>
              </a:defRPr>
            </a:pPr>
            <a:r>
              <a:t>시스템 정밀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2,899개 바이너리 및 60여 종 드라이버 전수 조사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발견된 핵심 가치: 철저하게 분리된 고도의 모듈화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프레임워크 / 드라이버 / GUI / DB 등 독립된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8D"/>
                </a:solidFill>
              </a:defRPr>
            </a:pPr>
            <a:r>
              <a:t>"2,899개의 바이너리를 관통하는 일관된 설계"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</a:defRPr>
            </a:pPr>
            <a:r>
              <a:t>4/8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D6"/>
                </a:solidFill>
              </a:defRPr>
            </a:pPr>
            <a:r>
              <a:t>해결책: 브릿지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기존 드라이버(Legacy DLL/OCX) 100% 보존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AI 자동 생성 브릿지 + 현대적 언어 래퍼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Time-to-Market 단축: 6개월 → 2주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8D"/>
                </a:solidFill>
              </a:defRPr>
            </a:pPr>
            <a:r>
              <a:t>"다시 만드는 것이 아니라, 연결하는 것입니다."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</a:defRPr>
            </a:pPr>
            <a:r>
              <a:t>5/8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D6"/>
                </a:solidFill>
              </a:defRPr>
            </a:pPr>
            <a:r>
              <a:t>생산성 혁명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개발 기간: 6개월(전체 리빌드) → 2주(AI 기반 브릿지)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자동화: 태그 DB 대량 편집, 설정 최적화, 지능형 로그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개발자 적응 시간 단 3일, 생산성 10배 향상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8D"/>
                </a:solidFill>
              </a:defRPr>
            </a:pPr>
            <a:r>
              <a:t>"개발 기간 6개월을 2주로, 적응 시간은 단 3일로"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</a:defRPr>
            </a:pPr>
            <a:r>
              <a:t>6/8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D6"/>
                </a:solidFill>
              </a:defRPr>
            </a:pPr>
            <a:r>
              <a:t>사용자 경험(UX) 현대화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시각적 유전자(Visual DNA)는 보존하고 레이아웃만 현대화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클래식/모던 듀얼 인터페이스 선택형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모든 사용자가 공부 없이도 즉시 적응하는 지능형 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8D"/>
                </a:solidFill>
              </a:defRPr>
            </a:pPr>
            <a:r>
              <a:t>"익숙함을 파괴하지 않는 진화"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</a:defRPr>
            </a:pPr>
            <a:r>
              <a:t>7/8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D6"/>
                </a:solidFill>
              </a:defRPr>
            </a:pPr>
            <a:r>
              <a:t>제안의 진정성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어떠한 반대 급부나 프로젝트 참여 의사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모든 InfoU 사용자와 소비자의 편의성 증대가 유일한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LS ELECTRIC의 글로벌 SCADA 시장 지배력 강화 기원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8D"/>
                </a:solidFill>
              </a:defRPr>
            </a:pPr>
            <a:r>
              <a:t>"모든 소비자에게 혁신의 혜택이 돌아가기를 바랍니다."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</a:defRPr>
            </a:pPr>
            <a:r>
              <a:t>8/8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D6"/>
                </a:solidFill>
              </a:defRPr>
            </a:pPr>
            <a: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최종 제언: 내부 PoC 실행 및 표준 가이드라인 정립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동봉된 분석 보고서와 PoC 코드를 검토해 주십시오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연락처: bigmap@bigmap.ai / 010-9011-8576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8D"/>
                </a:solidFill>
              </a:defRPr>
            </a:pPr>
            <a:r>
              <a:t>"InfoU의 유산 위에 미래를 설계하십시오."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